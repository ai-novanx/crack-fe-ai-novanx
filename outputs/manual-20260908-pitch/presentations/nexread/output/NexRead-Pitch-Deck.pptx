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749caec46b488b" /><Relationship Type="http://schemas.openxmlformats.org/officeDocument/2006/relationships/extended-properties" Target="/docProps/app.xml" Id="R3f75c75a26034f36" /><Relationship Type="http://schemas.openxmlformats.org/officeDocument/2006/relationships/officeDocument" Target="/ppt/presentation.xml" Id="Rc262e565cedf4b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8d34f368934044"/>
  </p:sldMasterIdLst>
  <p:notesMasterIdLst>
    <p:notesMasterId xmlns:r="http://schemas.openxmlformats.org/officeDocument/2006/relationships" r:id="Rcd1839d40d644315"/>
  </p:notesMasterIdLst>
  <p:sldIdLst>
    <p:sldId xmlns:r="http://schemas.openxmlformats.org/officeDocument/2006/relationships" id="256" r:id="R74b5d1c2d6fb444e"/>
    <p:sldId xmlns:r="http://schemas.openxmlformats.org/officeDocument/2006/relationships" id="257" r:id="Rc515c3e7939040c8"/>
    <p:sldId xmlns:r="http://schemas.openxmlformats.org/officeDocument/2006/relationships" id="258" r:id="R578c3154f7974c37"/>
    <p:sldId xmlns:r="http://schemas.openxmlformats.org/officeDocument/2006/relationships" id="259" r:id="R0360df37a787440c"/>
    <p:sldId xmlns:r="http://schemas.openxmlformats.org/officeDocument/2006/relationships" id="260" r:id="R115c6ecf3784477b"/>
    <p:sldId xmlns:r="http://schemas.openxmlformats.org/officeDocument/2006/relationships" id="261" r:id="R3e490ea298e24505"/>
    <p:sldId xmlns:r="http://schemas.openxmlformats.org/officeDocument/2006/relationships" id="262" r:id="R32dd8625ef354857"/>
    <p:sldId xmlns:r="http://schemas.openxmlformats.org/officeDocument/2006/relationships" id="263" r:id="R146d58380c3a475a"/>
    <p:sldId xmlns:r="http://schemas.openxmlformats.org/officeDocument/2006/relationships" id="264" r:id="Rcc304f86f1494b12"/>
    <p:sldId xmlns:r="http://schemas.openxmlformats.org/officeDocument/2006/relationships" id="265" r:id="R6c8adc283faa46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08a31d7ebd4e89" /><Relationship Type="http://schemas.openxmlformats.org/officeDocument/2006/relationships/slideMaster" Target="/ppt/slideMasters/slideMaster1.xml" Id="R1b8d34f368934044" /><Relationship Type="http://schemas.openxmlformats.org/officeDocument/2006/relationships/notesMaster" Target="/ppt/notesMasters/notesMaster1.xml" Id="Rcd1839d40d644315" /><Relationship Type="http://schemas.openxmlformats.org/officeDocument/2006/relationships/presProps" Target="/ppt/presProps.xml" Id="Re2a461b3706a4d20" /><Relationship Type="http://schemas.openxmlformats.org/officeDocument/2006/relationships/viewProps" Target="/ppt/viewProps.xml" Id="R6f3e37d839ad45be" /><Relationship Type="http://schemas.openxmlformats.org/officeDocument/2006/relationships/tableStyles" Target="/ppt/tableStyles.xml" Id="R16887cbcc0a64278" /><Relationship Type="http://schemas.openxmlformats.org/officeDocument/2006/relationships/slide" Target="/ppt/slides/slide1.xml" Id="R74b5d1c2d6fb444e" /><Relationship Type="http://schemas.openxmlformats.org/officeDocument/2006/relationships/slide" Target="/ppt/slides/slide2.xml" Id="Rc515c3e7939040c8" /><Relationship Type="http://schemas.openxmlformats.org/officeDocument/2006/relationships/slide" Target="/ppt/slides/slide3.xml" Id="R578c3154f7974c37" /><Relationship Type="http://schemas.openxmlformats.org/officeDocument/2006/relationships/slide" Target="/ppt/slides/slide4.xml" Id="R0360df37a787440c" /><Relationship Type="http://schemas.openxmlformats.org/officeDocument/2006/relationships/slide" Target="/ppt/slides/slide5.xml" Id="R115c6ecf3784477b" /><Relationship Type="http://schemas.openxmlformats.org/officeDocument/2006/relationships/slide" Target="/ppt/slides/slide6.xml" Id="R3e490ea298e24505" /><Relationship Type="http://schemas.openxmlformats.org/officeDocument/2006/relationships/slide" Target="/ppt/slides/slide7.xml" Id="R32dd8625ef354857" /><Relationship Type="http://schemas.openxmlformats.org/officeDocument/2006/relationships/slide" Target="/ppt/slides/slide8.xml" Id="R146d58380c3a475a" /><Relationship Type="http://schemas.openxmlformats.org/officeDocument/2006/relationships/slide" Target="/ppt/slides/slide9.xml" Id="Rcc304f86f1494b12" /><Relationship Type="http://schemas.openxmlformats.org/officeDocument/2006/relationships/slide" Target="/ppt/slides/slide10.xml" Id="R6c8adc283faa46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49025a181a42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b9fef32ccf4ea9" /><Relationship Type="http://schemas.openxmlformats.org/officeDocument/2006/relationships/notesMaster" Target="/ppt/notesMasters/notesMaster1.xml" Id="R1ca537dbd96d45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6b01f33a5f43d3" /><Relationship Type="http://schemas.openxmlformats.org/officeDocument/2006/relationships/notesMaster" Target="/ppt/notesMasters/notesMaster1.xml" Id="R01af9eb60fa748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181554da3c47c1" /><Relationship Type="http://schemas.openxmlformats.org/officeDocument/2006/relationships/notesMaster" Target="/ppt/notesMasters/notesMaster1.xml" Id="R86de5fc636ef4a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63069525d44068" /><Relationship Type="http://schemas.openxmlformats.org/officeDocument/2006/relationships/notesMaster" Target="/ppt/notesMasters/notesMaster1.xml" Id="Rf2196678521045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5a348c7e624687" /><Relationship Type="http://schemas.openxmlformats.org/officeDocument/2006/relationships/notesMaster" Target="/ppt/notesMasters/notesMaster1.xml" Id="R884594c51d5640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6f8e1da4ae4937" /><Relationship Type="http://schemas.openxmlformats.org/officeDocument/2006/relationships/notesMaster" Target="/ppt/notesMasters/notesMaster1.xml" Id="R5a580c79383a42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13654fa6934832" /><Relationship Type="http://schemas.openxmlformats.org/officeDocument/2006/relationships/notesMaster" Target="/ppt/notesMasters/notesMaster1.xml" Id="R71855d9b5f8c4a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2a7f5d42b44413" /><Relationship Type="http://schemas.openxmlformats.org/officeDocument/2006/relationships/notesMaster" Target="/ppt/notesMasters/notesMaster1.xml" Id="R22187358c50a4c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23ea54014c486f" /><Relationship Type="http://schemas.openxmlformats.org/officeDocument/2006/relationships/notesMaster" Target="/ppt/notesMasters/notesMaster1.xml" Id="Rf63c26c5be4f46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1dcfb1ba0f4fef" /><Relationship Type="http://schemas.openxmlformats.org/officeDocument/2006/relationships/notesMaster" Target="/ppt/notesMasters/notesMaster1.xml" Id="Ra6ccaf9cc2894f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21d81f0c242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49efcd3a3a4586" /><Relationship Type="http://schemas.openxmlformats.org/officeDocument/2006/relationships/slideLayout" Target="/ppt/slideLayouts/slideLayout1.xml" Id="R84d5099a49d742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d5099a49d742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3d17dc1274589" /><Relationship Type="http://schemas.openxmlformats.org/officeDocument/2006/relationships/notesSlide" Target="/ppt/notesSlides/notesSlide1.xml" Id="Rfcd7acf5fb634b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4b6065be34d62" /><Relationship Type="http://schemas.openxmlformats.org/officeDocument/2006/relationships/notesSlide" Target="/ppt/notesSlides/notesSlide2.xml" Id="Ra5b478e574024a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a80c115b94556" /><Relationship Type="http://schemas.openxmlformats.org/officeDocument/2006/relationships/notesSlide" Target="/ppt/notesSlides/notesSlide3.xml" Id="Rd4a9560dd09845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70e61018f419b" /><Relationship Type="http://schemas.openxmlformats.org/officeDocument/2006/relationships/notesSlide" Target="/ppt/notesSlides/notesSlide4.xml" Id="R51dcaada6f0b41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af417f1804eb8" /><Relationship Type="http://schemas.openxmlformats.org/officeDocument/2006/relationships/notesSlide" Target="/ppt/notesSlides/notesSlide5.xml" Id="R2c818a09e5174d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1473881644130" /><Relationship Type="http://schemas.openxmlformats.org/officeDocument/2006/relationships/notesSlide" Target="/ppt/notesSlides/notesSlide6.xml" Id="R6ee2a2fcb40f4f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90b615d2a479a" /><Relationship Type="http://schemas.openxmlformats.org/officeDocument/2006/relationships/notesSlide" Target="/ppt/notesSlides/notesSlide7.xml" Id="Rae8adf204bb043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50aecf8844ece" /><Relationship Type="http://schemas.openxmlformats.org/officeDocument/2006/relationships/notesSlide" Target="/ppt/notesSlides/notesSlide8.xml" Id="R0a7d3c6fa68a4b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0f524769246a5" /><Relationship Type="http://schemas.openxmlformats.org/officeDocument/2006/relationships/notesSlide" Target="/ppt/notesSlides/notesSlide9.xml" Id="Re37c2e6c9f2246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21b4018a44657" /><Relationship Type="http://schemas.openxmlformats.org/officeDocument/2006/relationships/notesSlide" Target="/ppt/notesSlides/notesSlide10.xml" Id="R2bf7cffc204e48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D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C1040F5-5F3B-4F00-ACB0-A88D4F29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AE8B1D-9F5E-4A26-8FA9-51C53ED6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PITCH DECK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592222A-F5A9-4F25-BC07-59368477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NEXREAD  /  PRODUCT PITCH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80755D8-23C8-41DB-A765-90D9C700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01 / 10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F27B5678-FF04-4965-80FC-C66C6256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8397039-5B02-471F-8880-B6045B9D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096500" cy="1095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NexRead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0DA96D5-7E1A-4F09-A575-4E0DE649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8382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Perpustakaan digital yang membuat membaca lebih mudah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4C9E90-EE12-49A7-BFB8-C0A34CF7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790575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Temukan, simpan, pinjam, dan kelola buku dalam satu aplikasi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7645DCA-FEAF-4085-B9C0-82E26D02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00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Membaca lebih praktis, terarah, dan menyenangkan</a:t>
            </a:r>
          </a:p>
        </p:txBody>
      </p:sp>
    </p:spTree>
    <p:extLst>
      <p:ext uri="{BB962C8B-B14F-4D97-AF65-F5344CB8AC3E}">
        <p14:creationId xmlns:p14="http://schemas.microsoft.com/office/powerpoint/2010/main" val="68748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D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6165D1B-1DC1-438D-8A82-DEF1247B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8C12EF5-2AD1-457E-A5DA-08B002F9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LATAR BELAKANG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7A2920C-C626-410B-96D9-7EE89879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NEXREAD  /  PRODUCT PITCH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3702FCA-1936-4130-83AD-4E9324FB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02 / 10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3C613FF6-57B5-47CB-8561-E0CA2B54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E4FF63-CB1F-4046-8898-6C1FF061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Keinginan membaca perlu didukung pengalaman yang terintegrasi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42EA834-0DB2-488B-8FF5-FD43841A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38150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Ingin membaca. Butuh cara yang lebih mudah.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96493DCF-F31D-4F0F-B408-C0F91F68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FE303BA-296E-4F63-B05F-0304F62C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95550"/>
            <a:ext cx="5810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Menemukan buku yang sesuai masih menjadi tantangan.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7F3A83-875E-45AF-B98C-82A891FE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5810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Proses peminjaman terasa manual dan kurang praktis.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C73D36D-9F4A-41F8-A13F-87A27831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76700"/>
            <a:ext cx="5810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Riwayat buku yang dipinjam belum terdokumentasi dengan baik.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7B3DE7-EB66-4520-8D6A-AE4F87E4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67275"/>
            <a:ext cx="5810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Pengguna membutuhkan pengalaman membaca yang lebih terintegrasi.</a:t>
            </a:r>
          </a:p>
        </p:txBody>
      </p:sp>
    </p:spTree>
    <p:extLst>
      <p:ext uri="{BB962C8B-B14F-4D97-AF65-F5344CB8AC3E}">
        <p14:creationId xmlns:p14="http://schemas.microsoft.com/office/powerpoint/2010/main" val="1929963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532C792-838E-4631-89DD-A8D65DA5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B97C03-4F2E-4884-ADFD-FC1A1B11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PERMASALAHAN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1E4B40B-3C1A-4333-9B1F-452103AC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NEXREAD  /  PRODUCT PITCH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5606E9-971D-452D-B307-D80DF661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03 / 10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8F09D0A4-84A9-4E8A-89A0-78C6ECC2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DEAD68A-9617-4741-BC7C-6A5F3261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Dari mencari hingga mengembalikan, masih ada hambatan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2BE5E61-A5B9-4D13-A39F-6654AB6D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2C023C-2FD7-4875-834E-DCA3E51E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0300"/>
            <a:ext cx="981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Pencarian buku memerlukan waktu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D968B2D8-552C-4468-BA89-38E9CE54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432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AC2BCF1-A18C-4D13-BF7A-FD3A920C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995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9EF1877-8D29-4D80-8D13-D459062D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67050"/>
            <a:ext cx="981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Informasi buku tersebar di berbagai tempat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85024637-261B-49BA-927A-79BF9EDF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1B12ED7-B03F-4ABE-9E1F-CA9B781D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CA3833E-7A58-465E-9BDC-897F3913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33800"/>
            <a:ext cx="981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Status peminjaman sulit diketahui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A872F9C-B4D9-4B28-9614-79893548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767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7C3E12-2DB2-4FB9-A278-49D0ECF7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995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4235391-2B57-4F64-BB81-36BE4BF4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81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Pengingat tanggal pengembalian belum optimal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F91B114D-4D71-4926-908B-AE7EF4CB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434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39CDACF-B0E5-4E22-AA16-8753E99F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9CCA7FA-7EC8-4BD3-8264-16DEC8BF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810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Pengelolaan koleksi dan aktivitas membaca belum personal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5512FF32-1848-4901-AB7E-94E26E28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02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1017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D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77AD98-BAE8-4FD8-88BE-26FB21A7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F1CE422-D605-4667-9375-5A5F6E49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SOLUSI NEXREAD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1548019-8D4C-44CE-982A-2D10E434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NEXREAD  /  PRODUCT PITCH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C014038-6825-4974-841A-C1A3495C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04 / 10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45F1F1E1-057F-4C98-87B7-C0BEB218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85BAFDA-D31B-4357-BD3C-4D493BA6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Satu platform untuk seluruh perjalanan peminjaman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25DAB1-E79A-499D-B747-2A431516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066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PLATFORM PERPUSTAKAAN DIGITAL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CD2D3B5F-B264-4CC9-91D5-97B651DB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57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DD6A5BA-70B2-4092-B1DE-B76FC6A5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9925"/>
            <a:ext cx="1676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B51B33E-6E42-48E1-9233-2C31AA25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00475"/>
            <a:ext cx="1676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Jelajahi katalog buku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AC53AAD7-EBCE-47D8-9CFB-486CBAED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009900"/>
            <a:ext cx="2057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18BB3B-7267-4B77-83EB-BC726B7A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09925"/>
            <a:ext cx="1676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995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EE8B92E-AF04-4F1D-904A-67FA4B45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800475"/>
            <a:ext cx="1676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Simpan pilihan ke cart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EBE9630E-C476-4F54-A24A-7B90E53C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9900"/>
            <a:ext cx="2057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8599C3C-373F-428C-8B06-1C5DEF2D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9925"/>
            <a:ext cx="1676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712B8A9-B276-4FBA-8077-F7839705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00475"/>
            <a:ext cx="1676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Pinjam melalui checkout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D3341CFA-D3A9-4E38-B538-5FAEB5FC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9900"/>
            <a:ext cx="2057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C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4E2ECAF-7C0A-4A42-9652-527A148F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09925"/>
            <a:ext cx="1676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995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76FB332-02A0-4732-A6BB-27EFAF91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800475"/>
            <a:ext cx="1676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Pantau Borrowed List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FFEEA011-1715-4D78-BF62-A8332E95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09900"/>
            <a:ext cx="20574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DE42EC6-9179-423D-8ED7-F37414D1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09925"/>
            <a:ext cx="1676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5177270-801F-4D1C-9630-9297EB6F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00475"/>
            <a:ext cx="1676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Berikan ulasan buku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F57F3F5-B58C-4884-85BA-967C35F1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763250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Pengalaman terpusat dari menemukan bacaan hingga membagikan ulasan.</a:t>
            </a:r>
          </a:p>
        </p:txBody>
      </p:sp>
    </p:spTree>
    <p:extLst>
      <p:ext uri="{BB962C8B-B14F-4D97-AF65-F5344CB8AC3E}">
        <p14:creationId xmlns:p14="http://schemas.microsoft.com/office/powerpoint/2010/main" val="601034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AC688E-3485-4FE6-88C8-AC147954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938422-76E6-49AA-A26C-3F30DD96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FITUR UTAMA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AFE215E-E343-4844-9BD0-0DA2D254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NEXREAD  /  PRODUCT PITCH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AABE350-9CE4-4772-B39E-D9D2CE54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05 / 10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26B8C6E-709C-47C6-B61D-578D7228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1C4313C-1AC7-4478-9E4A-DE96FF2B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Fitur yang menyambungkan pencarian, pilihan, dan pinjaman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BE4BCBA-DDBB-4BC1-9F47-9615968E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23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KAPABILITAS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C523C1-E9D6-45A3-A289-D9ECE128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7334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YANG DAPAT DILAKUKAN PENGGUNA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59E6D7CB-192E-42AD-880F-8CFC7399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F7EC118-A44B-4D12-9A0A-879E41BF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238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Search &amp; filter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9ECE435-8F52-47B5-B7AB-068A5CAE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7334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Judul, author, atau ISBN; kategori dan rating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68658585-54BD-49BD-8993-6A625434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C353D6C-3912-4CBD-B2E5-4D26BB0C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238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Book Detail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25C7839-6C5E-4130-B8F0-5E9E33EA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7334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Cover, deskripsi, dan review buku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260D9C47-DF00-4F81-B15F-E57D61FF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A040A80-0DC0-4282-AB69-E14BE2B1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238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Cart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7BAF5CE-10DB-4073-BFB5-3556B7E1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7334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Kelola buku pilihan sebelum meminjam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37963DD0-E85F-428E-8522-46FA724F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AF1ACE8-1CDD-4CE5-B558-43C1D042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3238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Checkout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B5C7B38-1214-45E6-8885-E84CDF86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48225"/>
            <a:ext cx="7334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Pilih durasi peminjaman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6805D3DC-25AB-4BE2-958C-BFA07DF4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5AF27B8-14A1-401F-A7FA-329A7385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3238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Borrowed List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FF4D1B1-22FD-4B82-8719-ADC4FF84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86400"/>
            <a:ext cx="7334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Status Active, Returned, dan Overdue</a:t>
            </a:r>
          </a:p>
        </p:txBody>
      </p:sp>
    </p:spTree>
    <p:extLst>
      <p:ext uri="{BB962C8B-B14F-4D97-AF65-F5344CB8AC3E}">
        <p14:creationId xmlns:p14="http://schemas.microsoft.com/office/powerpoint/2010/main" val="8819847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D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D3945F5-6909-4787-BA14-405B150B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62367FA-4069-48CB-9BA2-4570A36C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USER FLOW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7E40BDD-1148-4F04-AA1F-30E88363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NEXREAD  /  PRODUCT PITCH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112EE26-1420-4799-8F60-91AB56B9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06 / 10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F2E6A56-5E17-4438-A05F-57445BB2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6289C96-3108-4D66-8CD1-1A58A608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Tujuh langkah dari login hingga memantau pinjaman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9416FC4-D728-4AA2-9E34-E135F03E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3336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B17F6217-ED24-4C5F-93E3-A4F3308D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41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16D8416-220C-46EA-94D0-C8B0AFCE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400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Login atau register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D46BDC-0D08-48EF-8C46-0397CB36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3336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0C4D3E84-55BB-413D-B4ED-15685EDB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67050"/>
            <a:ext cx="241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59A5106-DE74-431A-AF22-D441A867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14700"/>
            <a:ext cx="2400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Cari buku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50F0AE2-CA19-4FED-AE77-924163BE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3336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F8F4BF27-D0DA-4414-AF19-2D14FA5B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67050"/>
            <a:ext cx="241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A421FB8-B37F-4BFB-B98D-00820606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2400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Lihat detail dan ulasan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5493C33-D217-4437-BDDF-918B4444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3336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9C1D1B89-FE8C-4F6C-A3AC-3A040901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67050"/>
            <a:ext cx="241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65C0769-06B4-43D3-961A-B8E228A7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14700"/>
            <a:ext cx="2400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Tambahkan ke cart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B3EC4AE-5BEB-4B53-8DF0-DE392E2E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23336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995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EEAD4ADC-4BCE-46AF-9D29-28DDC913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241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F9964DB-A6F8-461F-B48A-6C2C818E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400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Pilih buku, klik Borrow Book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6D314E7-D58E-495D-907F-4FF6CC51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19575"/>
            <a:ext cx="23336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995F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B6B1F1EE-7211-4C05-AE4F-484FA329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10125"/>
            <a:ext cx="241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6A5616C-23E9-44A6-8DF3-9D340C1F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57775"/>
            <a:ext cx="2400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Tentukan durasi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440E3AC-DD00-41D2-97DA-BAA3E6BD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9575"/>
            <a:ext cx="23336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995FF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D76E4B5B-FCD4-4476-90EC-30016125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0125"/>
            <a:ext cx="2419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5808C74-1709-4BB3-99F3-856AFED5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57775"/>
            <a:ext cx="24003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Pantau Borrowed List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DBFEAED-D7C3-4402-80E3-81446F9F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57775"/>
            <a:ext cx="25241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Baca. Kelola. Ulangi.</a:t>
            </a:r>
          </a:p>
        </p:txBody>
      </p:sp>
    </p:spTree>
    <p:extLst>
      <p:ext uri="{BB962C8B-B14F-4D97-AF65-F5344CB8AC3E}">
        <p14:creationId xmlns:p14="http://schemas.microsoft.com/office/powerpoint/2010/main" val="7571165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9F85ECA-68DF-48AE-A156-02B4F067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8E9C6B-055D-4766-8F0A-29380D2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KEUNGGULAN NEXREAD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48E1E89-E6BB-4944-B53F-BEB748D7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NEXREAD  /  PRODUCT PITCH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7F31D42-B2E3-47F1-805C-492566E7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07 / 10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345B0429-E789-4939-9DD7-3DE0569A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96279ED-D71E-4DEB-9613-E761CDB8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Alur yang terhubung. Informasi yang lebih jelas.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A8FB0F7-03C5-4CC6-B557-F6F32894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48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Pengalaman membaca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EE16EC2C-4B4C-47FA-BBC5-E502A85D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4CABB73-96E8-4912-B4FC-F7663419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0006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Satu alur digital dari discovery sampai peminjaman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C284074-8EAC-494D-8049-008AB07D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0006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Tampilan modern dan mudah dipahami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C672D4D-9E03-4440-A838-D87AC652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50006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Pengalaman membaca yang lebih personal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CFE7CC-96E0-4C07-B028-99818238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5048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995FF"/>
                </a:solidFill>
                <a:latin typeface="Arial"/>
                <a:ea typeface="Arial"/>
                <a:cs typeface="Arial"/>
              </a:defRPr>
            </a:pPr>
            <a:r>
              <a:t>Fondasi perpustakaan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6F07CB3B-A066-4DF9-9E38-BA144EC9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9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C85E6F7-241C-4DD4-B4EF-40F71B3C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76625"/>
            <a:ext cx="50006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Informasi buku lebih terstruktur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BB1E98E-7343-44C7-BD59-2DD3A97E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57675"/>
            <a:ext cx="50006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Status pinjaman lebih transparan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466CEDE-6681-440E-ACA4-B273957D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38725"/>
            <a:ext cx="500062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Dapat dikembangkan untuk perpustakaan modern</a:t>
            </a:r>
          </a:p>
        </p:txBody>
      </p:sp>
    </p:spTree>
    <p:extLst>
      <p:ext uri="{BB962C8B-B14F-4D97-AF65-F5344CB8AC3E}">
        <p14:creationId xmlns:p14="http://schemas.microsoft.com/office/powerpoint/2010/main" val="15203411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D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580A5DD-619A-42A5-806E-B684FA3A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8F6052-1A79-465A-A609-94A946F1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MANFAAT UNTUK PENGGUNA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6DBFCAB-C4F9-4380-9099-21769197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NEXREAD  /  PRODUCT PITCH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74D1815-782D-4830-90AB-C73B9C80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08 / 10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3359B16B-DFEA-4C9F-81A3-9965198A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EF1B59-3DA2-44DA-A6B5-138E1B73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Lebih mudah memilih, meminjam, dan menjaga kebiasaan membaca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8ED5ECF-4714-4AF0-A9BE-936B9CE6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143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95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119B28D-C4D1-4DEA-A00E-5C03C027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143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Temukan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A16A3798-84E8-4393-B349-E2C78CDD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4427607-A3FF-45B8-947B-5E7B352F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32194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Menghemat waktu saat mencari buku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FC9773D-746B-49DA-9EF4-96FEEEEF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32194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Menemukan buku berdasarkan minat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783AF33-2951-4945-B3D7-AD337087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552700"/>
            <a:ext cx="3143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95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6F8A190-7626-4818-AB86-54216D41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86125"/>
            <a:ext cx="3143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Pinjam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86C20F51-ECD8-4833-8C74-DAF192C7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71925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6F452B6-648A-4B64-B4DA-37DAA372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19575"/>
            <a:ext cx="32194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Memudahkan proses peminjaman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5C45DFF-8944-4F8B-B277-565FFA1B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29200"/>
            <a:ext cx="32194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Mengurangi risiko lupa tanggal pengembalian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FCB8572-538B-4998-9FB0-87521552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3143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95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7770817-BA24-46E5-95D9-26BD42F2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86125"/>
            <a:ext cx="3143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Lanjutkan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A19C75DF-97BD-4865-B2FD-F4851BCA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71925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DEF651E-1586-46BF-B28B-473837F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9575"/>
            <a:ext cx="32194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Memudahkan pencatatan riwayat bacaan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122FA25-D29D-444B-A352-9889D2C5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321945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Mendorong kebiasaan membaca yang konsisten</a:t>
            </a:r>
          </a:p>
        </p:txBody>
      </p:sp>
    </p:spTree>
    <p:extLst>
      <p:ext uri="{BB962C8B-B14F-4D97-AF65-F5344CB8AC3E}">
        <p14:creationId xmlns:p14="http://schemas.microsoft.com/office/powerpoint/2010/main" val="9555895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D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431A632-1E65-49AA-A456-E7606A03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1AB0437-E6BD-4254-806C-4CCF3647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MANFAAT UNTUK PERPUSTAKAAN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B2AF6C7-010C-4880-98FB-3AA329EF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NEXREAD  /  PRODUCT PITCH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7189585-0651-45C8-B004-737AE96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09 / 10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8B3E045E-F5C7-46CD-BB82-F263F79A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634D86D-E5D4-4355-B418-6828DDC1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Operasional lebih praktis, hubungan dengan pembaca lebih kuat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498F4A4-AB04-4148-8A54-13284F55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300037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Administrasi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8444311-C57E-40F2-825D-EFEEF618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05075"/>
            <a:ext cx="733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Mengurangi proses administratif manual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EEFF4BA-F11B-479D-B33C-1D8068D9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43225"/>
            <a:ext cx="7334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Memudahkan pemantauan peminjaman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E097868-ED64-4FD1-8EE2-369DD5FA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423182F-19CA-4BEA-9E41-01C696A4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00037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995FF"/>
                </a:solidFill>
                <a:latin typeface="Arial"/>
                <a:ea typeface="Arial"/>
                <a:cs typeface="Arial"/>
              </a:defRPr>
            </a:pPr>
            <a:r>
              <a:t>Data &amp; insight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68B51E-F59A-412E-980C-16A14FEF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48075"/>
            <a:ext cx="733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Membantu pengelolaan data buku dan pengguna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A55744E-A4B9-4E2E-9456-E319F2F5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86225"/>
            <a:ext cx="7334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Menyediakan insight terkait buku populer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22A63759-7AB7-4700-9F6E-35E8E006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9E3A2B3-08FF-4ADB-9447-9A303231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300037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Pengembangan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D57E862-6EE0-45BC-B7EC-B12188FF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91075"/>
            <a:ext cx="733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Meningkatkan engagement pengguna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8F28BA9-A235-4B36-A343-23312A49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29225"/>
            <a:ext cx="7334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Membuka peluang integrasi sistem perpustakaan digital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C5B719DD-5C56-43A3-9EC2-1556E727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9076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D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EAC0C1D-4CBB-4B70-A8D4-D8B9706B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F34EEF-B082-4C12-B7B2-457313CA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PENUTUP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9717ED6-9F6D-4BB3-8980-515AD92E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NEXREAD  /  PRODUCT PITCH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6406E9F-FA77-4779-AC0D-25F78A2C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10 / 10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9CC2ECEE-B732-4046-AD84-05A74989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3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61460CD-F7B0-48A2-A576-CB84444D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9525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DDEFF"/>
                </a:solidFill>
                <a:latin typeface="Arial"/>
                <a:ea typeface="Arial"/>
                <a:cs typeface="Arial"/>
              </a:defRPr>
            </a:pPr>
            <a:r>
              <a:t>NexRead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F2CE2C3-627B-4641-BA3D-8C9C6096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695325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7FBFF"/>
                </a:solidFill>
                <a:latin typeface="Arial"/>
                <a:ea typeface="Arial"/>
                <a:cs typeface="Arial"/>
              </a:defRPr>
            </a:pPr>
            <a:r>
              <a:t>Find your next great read.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CD5BD84-43D5-44B7-ACD8-7C0F3E01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347662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NexRead menjadikan pengalaman perpustakaan lebih sederhana dan terhubung.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33F5A7-11B8-4FCA-AA05-5786BA5D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347662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Dari mencari buku hingga mengelola peminjaman, semuanya berada dalam satu platform.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78E733-2072-4491-AF0F-D055AC88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62450"/>
            <a:ext cx="347662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7C0D9"/>
                </a:solidFill>
                <a:latin typeface="Arial"/>
                <a:ea typeface="Arial"/>
                <a:cs typeface="Arial"/>
              </a:defRPr>
            </a:pPr>
            <a:r>
              <a:t>Kami percaya teknologi dapat membuat lebih banyak orang membaca.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9592EE3-1A07-4F24-84D3-36623157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66198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995FF"/>
                </a:solidFill>
                <a:latin typeface="Arial"/>
                <a:ea typeface="Arial"/>
                <a:cs typeface="Arial"/>
              </a:defRPr>
            </a:pPr>
            <a:r>
              <a:t>Teknologi untuk lebih banyak pembaca.</a:t>
            </a:r>
          </a:p>
        </p:txBody>
      </p:sp>
    </p:spTree>
    <p:extLst>
      <p:ext uri="{BB962C8B-B14F-4D97-AF65-F5344CB8AC3E}">
        <p14:creationId xmlns:p14="http://schemas.microsoft.com/office/powerpoint/2010/main" val="1452164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2026-09-08T12:42:39.0490000Z</dcterms:created>
  <dcterms:modified xsi:type="dcterms:W3CDTF">2026-09-08T12:42:39.0490000Z</dcterms:modified>
</coreProperties>
</file>